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21396325" cy="30267275"/>
  <p:notesSz cx="6858000" cy="919956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3">
          <p15:clr>
            <a:srgbClr val="A4A3A4"/>
          </p15:clr>
        </p15:guide>
        <p15:guide id="2" pos="67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4AAAE"/>
    <a:srgbClr val="64A70B"/>
    <a:srgbClr val="686300"/>
    <a:srgbClr val="890018"/>
    <a:srgbClr val="660033"/>
    <a:srgbClr val="99FF99"/>
    <a:srgbClr val="FF6600"/>
    <a:srgbClr val="FF541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00" autoAdjust="0"/>
    <p:restoredTop sz="99828" autoAdjust="0"/>
  </p:normalViewPr>
  <p:slideViewPr>
    <p:cSldViewPr snapToGrid="0">
      <p:cViewPr>
        <p:scale>
          <a:sx n="33" d="100"/>
          <a:sy n="33" d="100"/>
        </p:scale>
        <p:origin x="3318" y="-192"/>
      </p:cViewPr>
      <p:guideLst>
        <p:guide orient="horz" pos="9533"/>
        <p:guide pos="67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0B8E9-0826-481C-B3DD-C675B96D21D1}" type="datetimeFigureOut">
              <a:rPr lang="en-SG" smtClean="0"/>
              <a:t>2/10/2025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149350"/>
            <a:ext cx="2193925" cy="3105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7538"/>
            <a:ext cx="5486400" cy="3622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3760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3760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5A18F-98B9-4858-A9CA-54DE0E9C5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491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963" y="9402763"/>
            <a:ext cx="18186400" cy="64881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925" y="17151350"/>
            <a:ext cx="14976475" cy="77343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0B4CF-E02F-4F94-B486-27DF6A23B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EB514-2449-4220-BE26-387AA285CD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688" y="19450050"/>
            <a:ext cx="18186400" cy="60102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688" y="12828588"/>
            <a:ext cx="18186400" cy="66214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22CBA-84B2-43D1-A342-D8296429DC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975" y="7062788"/>
            <a:ext cx="9551988" cy="1997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74363" y="7062788"/>
            <a:ext cx="9551987" cy="1997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E30F9-99DD-4F86-81AD-F48870E32D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0"/>
            <a:ext cx="19256375" cy="50434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975" y="6775450"/>
            <a:ext cx="9453563" cy="2822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975" y="9598025"/>
            <a:ext cx="9453563" cy="17438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613" y="6775450"/>
            <a:ext cx="9456737" cy="2822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613" y="9598025"/>
            <a:ext cx="9456737" cy="17438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7878D-F988-4848-AA45-C929FDAB9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2C985-11F3-441B-954D-869AD9D223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0FE02-E171-4751-8F5A-73EF93CBEF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04913"/>
            <a:ext cx="7038975" cy="51292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5" y="1204913"/>
            <a:ext cx="11960225" cy="25831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975" y="6334125"/>
            <a:ext cx="7038975" cy="20702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97581-3514-4BBE-B420-D41C6D1C4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175" y="21186775"/>
            <a:ext cx="12838113" cy="2501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4175" y="2705100"/>
            <a:ext cx="12838113" cy="181594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4175" y="23688675"/>
            <a:ext cx="12838113" cy="35512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9A0C7-E663-450D-A6AB-13B559B5CC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69A50-980A-47FC-A612-A5AD96A55E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3050" y="1212850"/>
            <a:ext cx="4813300" cy="25823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975" y="1212850"/>
            <a:ext cx="14290675" cy="25823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5227B-19FC-4D81-8B20-7DB2024BF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9975" y="1212850"/>
            <a:ext cx="19256375" cy="504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9052" tIns="104526" rIns="209052" bIns="10452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9975" y="7062788"/>
            <a:ext cx="19256375" cy="1997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9975" y="27565350"/>
            <a:ext cx="4992688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>
            <a:lvl1pPr algn="l">
              <a:defRPr sz="3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10438" y="27565350"/>
            <a:ext cx="677545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>
            <a:lvl1pPr>
              <a:defRPr sz="3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333663" y="27565350"/>
            <a:ext cx="4992687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>
            <a:lvl1pPr algn="r">
              <a:defRPr sz="3100"/>
            </a:lvl1pPr>
          </a:lstStyle>
          <a:p>
            <a:pPr>
              <a:defRPr/>
            </a:pPr>
            <a:fld id="{3A648A50-D379-4E94-9092-37F4E5742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2pPr>
      <a:lvl3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3pPr>
      <a:lvl4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4pPr>
      <a:lvl5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5pPr>
      <a:lvl6pPr marL="4572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6pPr>
      <a:lvl7pPr marL="9144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7pPr>
      <a:lvl8pPr marL="13716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8pPr>
      <a:lvl9pPr marL="18288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9pPr>
    </p:titleStyle>
    <p:bodyStyle>
      <a:lvl1pPr marL="782638" indent="-782638" algn="l" defTabSz="2087563" rtl="0" eaLnBrk="0" fontAlgn="base" hangingPunct="0">
        <a:spcBef>
          <a:spcPct val="20000"/>
        </a:spcBef>
        <a:spcAft>
          <a:spcPct val="0"/>
        </a:spcAft>
        <a:buChar char="•"/>
        <a:defRPr sz="7400">
          <a:solidFill>
            <a:schemeClr val="tx1"/>
          </a:solidFill>
          <a:latin typeface="+mn-lt"/>
          <a:ea typeface="+mn-ea"/>
          <a:cs typeface="+mn-cs"/>
        </a:defRPr>
      </a:lvl1pPr>
      <a:lvl2pPr marL="1697038" indent="-649288" algn="l" defTabSz="2087563" rtl="0" eaLnBrk="0" fontAlgn="base" hangingPunct="0">
        <a:spcBef>
          <a:spcPct val="20000"/>
        </a:spcBef>
        <a:spcAft>
          <a:spcPct val="0"/>
        </a:spcAft>
        <a:buChar char="–"/>
        <a:defRPr sz="6400">
          <a:solidFill>
            <a:schemeClr val="tx1"/>
          </a:solidFill>
          <a:latin typeface="+mn-lt"/>
        </a:defRPr>
      </a:lvl2pPr>
      <a:lvl3pPr marL="2613025" indent="-525463" algn="l" defTabSz="2087563" rtl="0" eaLnBrk="0" fontAlgn="base" hangingPunct="0">
        <a:spcBef>
          <a:spcPct val="20000"/>
        </a:spcBef>
        <a:spcAft>
          <a:spcPct val="0"/>
        </a:spcAft>
        <a:buChar char="•"/>
        <a:defRPr sz="5500">
          <a:solidFill>
            <a:schemeClr val="tx1"/>
          </a:solidFill>
          <a:latin typeface="+mn-lt"/>
        </a:defRPr>
      </a:lvl3pPr>
      <a:lvl4pPr marL="3659188" indent="-523875" algn="l" defTabSz="2087563" rtl="0" eaLnBrk="0" fontAlgn="base" hangingPunct="0">
        <a:spcBef>
          <a:spcPct val="20000"/>
        </a:spcBef>
        <a:spcAft>
          <a:spcPct val="0"/>
        </a:spcAft>
        <a:buChar char="–"/>
        <a:defRPr sz="4600">
          <a:solidFill>
            <a:schemeClr val="tx1"/>
          </a:solidFill>
          <a:latin typeface="+mn-lt"/>
        </a:defRPr>
      </a:lvl4pPr>
      <a:lvl5pPr marL="4700588" indent="-517525" algn="l" defTabSz="2087563" rtl="0" eaLnBrk="0" fontAlgn="base" hangingPunct="0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5pPr>
      <a:lvl6pPr marL="51577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6pPr>
      <a:lvl7pPr marL="56149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7pPr>
      <a:lvl8pPr marL="60721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8pPr>
      <a:lvl9pPr marL="65293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88"/>
          <p:cNvSpPr>
            <a:spLocks noChangeArrowheads="1"/>
          </p:cNvSpPr>
          <p:nvPr/>
        </p:nvSpPr>
        <p:spPr bwMode="auto">
          <a:xfrm>
            <a:off x="936625" y="1076325"/>
            <a:ext cx="19443700" cy="27798713"/>
          </a:xfrm>
          <a:prstGeom prst="rect">
            <a:avLst/>
          </a:prstGeom>
          <a:solidFill>
            <a:srgbClr val="00B0F0"/>
          </a:solidFill>
          <a:ln w="47625" cmpd="dbl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Text Box 294"/>
          <p:cNvSpPr txBox="1">
            <a:spLocks noChangeArrowheads="1"/>
          </p:cNvSpPr>
          <p:nvPr/>
        </p:nvSpPr>
        <p:spPr bwMode="auto">
          <a:xfrm>
            <a:off x="997122" y="1137610"/>
            <a:ext cx="19329728" cy="5851582"/>
          </a:xfrm>
          <a:prstGeom prst="rect">
            <a:avLst/>
          </a:prstGeom>
          <a:solidFill>
            <a:srgbClr val="04AAAE"/>
          </a:solidFill>
          <a:ln w="76200">
            <a:solidFill>
              <a:srgbClr val="64A70B"/>
            </a:solidFill>
            <a:miter lim="800000"/>
            <a:headEnd/>
            <a:tailEnd/>
          </a:ln>
        </p:spPr>
        <p:txBody>
          <a:bodyPr wrap="square" lIns="64753" tIns="32375" rIns="64753" bIns="32375">
            <a:spAutoFit/>
          </a:bodyPr>
          <a:lstStyle/>
          <a:p>
            <a:pPr defTabSz="2087563"/>
            <a:r>
              <a:rPr lang="en-US" sz="5400" b="1" cap="all" dirty="0"/>
              <a:t>FYP PROJECT TITLE</a:t>
            </a:r>
            <a:endParaRPr lang="en-US" sz="1050" b="1" dirty="0">
              <a:solidFill>
                <a:schemeClr val="bg1"/>
              </a:solidFill>
            </a:endParaRPr>
          </a:p>
          <a:p>
            <a:pPr defTabSz="2087563"/>
            <a:endParaRPr lang="en-US" sz="1400" b="1" dirty="0">
              <a:solidFill>
                <a:schemeClr val="bg1"/>
              </a:solidFill>
            </a:endParaRP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Name: XXXXXXX</a:t>
            </a: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Supervisor: XXXX</a:t>
            </a: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Mentor: XXX</a:t>
            </a: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Code: XXXXX</a:t>
            </a:r>
          </a:p>
          <a:p>
            <a:pPr defTabSz="2087563"/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defTabSz="2087563"/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defTabSz="2087563"/>
            <a:r>
              <a:rPr lang="en-US" sz="2800" b="1" dirty="0"/>
              <a:t>University of Newcastle, Australia  </a:t>
            </a:r>
          </a:p>
          <a:p>
            <a:pPr defTabSz="2087563"/>
            <a:r>
              <a:rPr lang="en-US" sz="2800" b="1" dirty="0"/>
              <a:t>Bachelor of XXXXXXXX</a:t>
            </a:r>
          </a:p>
          <a:p>
            <a:pPr defTabSz="2087563"/>
            <a:r>
              <a:rPr lang="en-US" sz="2800" b="1" dirty="0"/>
              <a:t>Final Year Project  </a:t>
            </a:r>
          </a:p>
          <a:p>
            <a:pPr defTabSz="2087563"/>
            <a:r>
              <a:rPr lang="en-US" sz="2800" b="1" dirty="0"/>
              <a:t>Name of Student (ID Number)</a:t>
            </a: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defTabSz="2087563"/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53" name="Group 1858"/>
          <p:cNvGrpSpPr>
            <a:grpSpLocks/>
          </p:cNvGrpSpPr>
          <p:nvPr/>
        </p:nvGrpSpPr>
        <p:grpSpPr bwMode="auto">
          <a:xfrm>
            <a:off x="1000125" y="20969288"/>
            <a:ext cx="19419888" cy="7943850"/>
            <a:chOff x="856" y="18608"/>
            <a:chExt cx="17252" cy="7067"/>
          </a:xfrm>
          <a:noFill/>
        </p:grpSpPr>
        <p:sp>
          <p:nvSpPr>
            <p:cNvPr id="2078" name="Rectangle 420"/>
            <p:cNvSpPr>
              <a:spLocks noChangeArrowheads="1"/>
            </p:cNvSpPr>
            <p:nvPr/>
          </p:nvSpPr>
          <p:spPr bwMode="auto">
            <a:xfrm>
              <a:off x="856" y="23203"/>
              <a:ext cx="17252" cy="24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Rectangle 421"/>
            <p:cNvSpPr>
              <a:spLocks noChangeArrowheads="1"/>
            </p:cNvSpPr>
            <p:nvPr/>
          </p:nvSpPr>
          <p:spPr bwMode="auto">
            <a:xfrm>
              <a:off x="4074" y="18608"/>
              <a:ext cx="911" cy="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80" name="Rectangle 422"/>
            <p:cNvSpPr>
              <a:spLocks noChangeArrowheads="1"/>
            </p:cNvSpPr>
            <p:nvPr/>
          </p:nvSpPr>
          <p:spPr bwMode="auto">
            <a:xfrm>
              <a:off x="4074" y="18608"/>
              <a:ext cx="911" cy="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96611" y="7005085"/>
            <a:ext cx="9077547" cy="2438465"/>
            <a:chOff x="1160241" y="6970460"/>
            <a:chExt cx="9077547" cy="2438465"/>
          </a:xfrm>
        </p:grpSpPr>
        <p:sp>
          <p:nvSpPr>
            <p:cNvPr id="2337" name="Rectangle 289"/>
            <p:cNvSpPr>
              <a:spLocks noChangeArrowheads="1"/>
            </p:cNvSpPr>
            <p:nvPr/>
          </p:nvSpPr>
          <p:spPr bwMode="auto">
            <a:xfrm>
              <a:off x="1285875" y="7394785"/>
              <a:ext cx="8951913" cy="2014140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203200" dir="3418568" algn="ctr" rotWithShape="0">
                <a:schemeClr val="tx2"/>
              </a:outerShdw>
            </a:effectLst>
          </p:spPr>
          <p:txBody>
            <a:bodyPr wrap="none" anchor="t"/>
            <a:lstStyle/>
            <a:p>
              <a:pPr algn="l">
                <a:spcBef>
                  <a:spcPts val="1200"/>
                </a:spcBef>
                <a:defRPr/>
              </a:pPr>
              <a:endParaRPr lang="en-US" dirty="0"/>
            </a:p>
            <a:p>
              <a:pPr algn="l">
                <a:spcBef>
                  <a:spcPts val="1200"/>
                </a:spcBef>
                <a:defRPr/>
              </a:pPr>
              <a:endParaRPr lang="en-US" dirty="0"/>
            </a:p>
          </p:txBody>
        </p:sp>
        <p:sp>
          <p:nvSpPr>
            <p:cNvPr id="2345" name="Text Box 297"/>
            <p:cNvSpPr txBox="1">
              <a:spLocks noChangeArrowheads="1"/>
            </p:cNvSpPr>
            <p:nvPr/>
          </p:nvSpPr>
          <p:spPr bwMode="auto">
            <a:xfrm>
              <a:off x="1160241" y="6970460"/>
              <a:ext cx="2401106" cy="496270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4A70B"/>
              </a:solidFill>
              <a:miter lim="800000"/>
              <a:headEnd/>
              <a:tailEnd/>
            </a:ln>
            <a:effectLst>
              <a:outerShdw dist="161645" dir="2700000" algn="ctr" rotWithShape="0">
                <a:schemeClr val="tx1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I. Abstract</a:t>
              </a:r>
            </a:p>
          </p:txBody>
        </p:sp>
      </p:grpSp>
      <p:sp>
        <p:nvSpPr>
          <p:cNvPr id="2467" name="Rectangle 419"/>
          <p:cNvSpPr>
            <a:spLocks noChangeArrowheads="1"/>
          </p:cNvSpPr>
          <p:nvPr/>
        </p:nvSpPr>
        <p:spPr bwMode="auto">
          <a:xfrm>
            <a:off x="1122246" y="17486299"/>
            <a:ext cx="18779476" cy="6459219"/>
          </a:xfrm>
          <a:prstGeom prst="rect">
            <a:avLst/>
          </a:prstGeom>
          <a:solidFill>
            <a:schemeClr val="bg1"/>
          </a:solidFill>
          <a:ln w="76200">
            <a:solidFill>
              <a:srgbClr val="64A70B"/>
            </a:solidFill>
            <a:miter lim="800000"/>
            <a:headEnd/>
            <a:tailEnd/>
          </a:ln>
          <a:effectLst>
            <a:outerShdw dist="320534" dir="3378596" algn="ctr" rotWithShape="0">
              <a:schemeClr val="tx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474" name="Text Box 426"/>
          <p:cNvSpPr txBox="1">
            <a:spLocks noChangeArrowheads="1"/>
          </p:cNvSpPr>
          <p:nvPr/>
        </p:nvSpPr>
        <p:spPr bwMode="auto">
          <a:xfrm>
            <a:off x="1266604" y="16999010"/>
            <a:ext cx="6255996" cy="496270"/>
          </a:xfrm>
          <a:prstGeom prst="rect">
            <a:avLst/>
          </a:prstGeom>
          <a:solidFill>
            <a:srgbClr val="64A70B"/>
          </a:solidFill>
          <a:ln w="9525">
            <a:solidFill>
              <a:srgbClr val="686300"/>
            </a:solidFill>
            <a:miter lim="800000"/>
            <a:headEnd/>
            <a:tailEnd/>
          </a:ln>
          <a:effectLst>
            <a:outerShdw dist="162639" dir="3080412" algn="ctr" rotWithShape="0">
              <a:schemeClr val="tx2"/>
            </a:outerShdw>
          </a:effectLst>
        </p:spPr>
        <p:txBody>
          <a:bodyPr wrap="square" lIns="64753" tIns="32375" rIns="64753" bIns="32375">
            <a:spAutoFit/>
          </a:bodyPr>
          <a:lstStyle/>
          <a:p>
            <a:pPr defTabSz="2087563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V. Results &amp; Discussion</a:t>
            </a:r>
          </a:p>
        </p:txBody>
      </p:sp>
      <p:sp>
        <p:nvSpPr>
          <p:cNvPr id="2338" name="Rectangle 290"/>
          <p:cNvSpPr>
            <a:spLocks noChangeArrowheads="1"/>
          </p:cNvSpPr>
          <p:nvPr/>
        </p:nvSpPr>
        <p:spPr bwMode="auto">
          <a:xfrm>
            <a:off x="8927166" y="11498076"/>
            <a:ext cx="10974555" cy="5629344"/>
          </a:xfrm>
          <a:prstGeom prst="rect">
            <a:avLst/>
          </a:prstGeom>
          <a:solidFill>
            <a:schemeClr val="bg1"/>
          </a:solidFill>
          <a:ln w="76200">
            <a:solidFill>
              <a:srgbClr val="64A70B"/>
            </a:solidFill>
            <a:miter lim="800000"/>
            <a:headEnd/>
            <a:tailEnd/>
          </a:ln>
          <a:effectLst>
            <a:outerShdw dist="242633" dir="2572734" algn="ctr" rotWithShape="0">
              <a:schemeClr val="tx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352" name="Text Box 304"/>
          <p:cNvSpPr txBox="1">
            <a:spLocks noChangeArrowheads="1"/>
          </p:cNvSpPr>
          <p:nvPr/>
        </p:nvSpPr>
        <p:spPr bwMode="auto">
          <a:xfrm>
            <a:off x="8847124" y="11328983"/>
            <a:ext cx="3557360" cy="496270"/>
          </a:xfrm>
          <a:prstGeom prst="rect">
            <a:avLst/>
          </a:prstGeom>
          <a:solidFill>
            <a:srgbClr val="64A70B"/>
          </a:solidFill>
          <a:ln w="9525">
            <a:solidFill>
              <a:srgbClr val="686300"/>
            </a:solidFill>
            <a:miter lim="800000"/>
            <a:headEnd/>
            <a:tailEnd/>
          </a:ln>
          <a:effectLst>
            <a:outerShdw dist="179605" dir="2700000" algn="ctr" rotWithShape="0">
              <a:schemeClr val="tx1"/>
            </a:outerShdw>
          </a:effectLst>
        </p:spPr>
        <p:txBody>
          <a:bodyPr wrap="square" lIns="64753" tIns="32375" rIns="64753" bIns="32375">
            <a:spAutoFit/>
          </a:bodyPr>
          <a:lstStyle/>
          <a:p>
            <a:pPr defTabSz="2087563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IV. Methodology</a:t>
            </a:r>
          </a:p>
        </p:txBody>
      </p:sp>
      <p:grpSp>
        <p:nvGrpSpPr>
          <p:cNvPr id="2058" name="Group 1871"/>
          <p:cNvGrpSpPr>
            <a:grpSpLocks/>
          </p:cNvGrpSpPr>
          <p:nvPr/>
        </p:nvGrpSpPr>
        <p:grpSpPr bwMode="auto">
          <a:xfrm>
            <a:off x="10431517" y="6935121"/>
            <a:ext cx="9414710" cy="4201978"/>
            <a:chOff x="9626" y="8037"/>
            <a:chExt cx="8070" cy="3524"/>
          </a:xfrm>
        </p:grpSpPr>
        <p:sp>
          <p:nvSpPr>
            <p:cNvPr id="2339" name="Rectangle 291"/>
            <p:cNvSpPr>
              <a:spLocks noChangeArrowheads="1"/>
            </p:cNvSpPr>
            <p:nvPr/>
          </p:nvSpPr>
          <p:spPr bwMode="auto">
            <a:xfrm>
              <a:off x="9707" y="8377"/>
              <a:ext cx="7989" cy="318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203200" dir="3378596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19" name="Text Box 371"/>
            <p:cNvSpPr txBox="1">
              <a:spLocks noChangeArrowheads="1"/>
            </p:cNvSpPr>
            <p:nvPr/>
          </p:nvSpPr>
          <p:spPr bwMode="auto">
            <a:xfrm>
              <a:off x="9626" y="8037"/>
              <a:ext cx="4097" cy="381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4A70B"/>
              </a:solidFill>
              <a:miter lim="800000"/>
              <a:headEnd/>
              <a:tailEnd/>
            </a:ln>
            <a:effectLst>
              <a:outerShdw dist="179605" dir="2700000" algn="ctr" rotWithShape="0">
                <a:schemeClr val="tx1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II. Introduction &amp; Aim</a:t>
              </a:r>
            </a:p>
          </p:txBody>
        </p:sp>
      </p:grpSp>
      <p:sp>
        <p:nvSpPr>
          <p:cNvPr id="35" name="Rectangle 291"/>
          <p:cNvSpPr>
            <a:spLocks noChangeArrowheads="1"/>
          </p:cNvSpPr>
          <p:nvPr/>
        </p:nvSpPr>
        <p:spPr bwMode="auto">
          <a:xfrm>
            <a:off x="1105969" y="24386233"/>
            <a:ext cx="19048931" cy="1748187"/>
          </a:xfrm>
          <a:prstGeom prst="rect">
            <a:avLst/>
          </a:prstGeom>
          <a:solidFill>
            <a:schemeClr val="bg1"/>
          </a:solidFill>
          <a:ln w="76200">
            <a:solidFill>
              <a:srgbClr val="64A70B"/>
            </a:solidFill>
            <a:miter lim="800000"/>
            <a:headEnd/>
            <a:tailEnd/>
          </a:ln>
          <a:effectLst>
            <a:outerShdw dist="203200" dir="3378596" algn="ctr" rotWithShape="0">
              <a:schemeClr val="tx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05969" y="9744049"/>
            <a:ext cx="7503190" cy="6159811"/>
            <a:chOff x="1105969" y="9604349"/>
            <a:chExt cx="7503190" cy="6159811"/>
          </a:xfrm>
        </p:grpSpPr>
        <p:sp>
          <p:nvSpPr>
            <p:cNvPr id="2340" name="Rectangle 292"/>
            <p:cNvSpPr>
              <a:spLocks noChangeArrowheads="1"/>
            </p:cNvSpPr>
            <p:nvPr/>
          </p:nvSpPr>
          <p:spPr bwMode="auto">
            <a:xfrm>
              <a:off x="1122246" y="9758115"/>
              <a:ext cx="7486913" cy="6006045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224686" dir="2562563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20" name="Text Box 372"/>
            <p:cNvSpPr txBox="1">
              <a:spLocks noChangeArrowheads="1"/>
            </p:cNvSpPr>
            <p:nvPr/>
          </p:nvSpPr>
          <p:spPr bwMode="auto">
            <a:xfrm>
              <a:off x="1105969" y="9604349"/>
              <a:ext cx="4344978" cy="509826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86300"/>
              </a:solidFill>
              <a:miter lim="800000"/>
              <a:headEnd/>
              <a:tailEnd/>
            </a:ln>
            <a:effectLst>
              <a:outerShdw dist="143684" dir="2700000" algn="ctr" rotWithShape="0">
                <a:schemeClr val="tx1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III. Concept &amp; Approach</a:t>
              </a:r>
            </a:p>
          </p:txBody>
        </p:sp>
      </p:grpSp>
      <p:sp>
        <p:nvSpPr>
          <p:cNvPr id="49" name="Text Box 1885"/>
          <p:cNvSpPr txBox="1">
            <a:spLocks noChangeArrowheads="1"/>
          </p:cNvSpPr>
          <p:nvPr/>
        </p:nvSpPr>
        <p:spPr bwMode="auto">
          <a:xfrm>
            <a:off x="1277618" y="17653002"/>
            <a:ext cx="1567182" cy="43474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2400" dirty="0" err="1"/>
              <a:t>Xxxxxxx</a:t>
            </a:r>
            <a:endParaRPr lang="en-US" sz="2400" dirty="0"/>
          </a:p>
        </p:txBody>
      </p:sp>
      <p:sp>
        <p:nvSpPr>
          <p:cNvPr id="57" name="Text Box 426"/>
          <p:cNvSpPr txBox="1">
            <a:spLocks noChangeArrowheads="1"/>
          </p:cNvSpPr>
          <p:nvPr/>
        </p:nvSpPr>
        <p:spPr bwMode="auto">
          <a:xfrm>
            <a:off x="1299847" y="24110356"/>
            <a:ext cx="3322652" cy="496270"/>
          </a:xfrm>
          <a:prstGeom prst="rect">
            <a:avLst/>
          </a:prstGeom>
          <a:solidFill>
            <a:srgbClr val="64A70B"/>
          </a:solidFill>
          <a:ln w="9525">
            <a:solidFill>
              <a:srgbClr val="686300"/>
            </a:solidFill>
            <a:miter lim="800000"/>
            <a:headEnd/>
            <a:tailEnd/>
          </a:ln>
          <a:effectLst>
            <a:outerShdw dist="162639" dir="3080412" algn="ctr" rotWithShape="0">
              <a:schemeClr val="tx2"/>
            </a:outerShdw>
          </a:effectLst>
        </p:spPr>
        <p:txBody>
          <a:bodyPr wrap="square" lIns="64753" tIns="32375" rIns="64753" bIns="32375">
            <a:spAutoFit/>
          </a:bodyPr>
          <a:lstStyle/>
          <a:p>
            <a:pPr defTabSz="2087563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VI. Conclusion</a:t>
            </a:r>
          </a:p>
        </p:txBody>
      </p:sp>
      <p:sp>
        <p:nvSpPr>
          <p:cNvPr id="58" name="Rectangle 424"/>
          <p:cNvSpPr>
            <a:spLocks noChangeArrowheads="1"/>
          </p:cNvSpPr>
          <p:nvPr/>
        </p:nvSpPr>
        <p:spPr bwMode="auto">
          <a:xfrm>
            <a:off x="996611" y="26465308"/>
            <a:ext cx="19353201" cy="1450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4753" tIns="32375" rIns="64753" bIns="32375" anchor="ctr">
            <a:spAutoFit/>
          </a:bodyPr>
          <a:lstStyle/>
          <a:p>
            <a:pPr marL="244475" indent="-244475" algn="l" defTabSz="646113">
              <a:tabLst>
                <a:tab pos="161925" algn="l"/>
              </a:tabLst>
            </a:pPr>
            <a:r>
              <a:rPr lang="en-US" sz="1500" b="1" u="sng" dirty="0"/>
              <a:t>References</a:t>
            </a:r>
            <a:r>
              <a:rPr lang="en-US" sz="1500" b="1" dirty="0"/>
              <a:t>: (Arial, font size 15, Bold)</a:t>
            </a:r>
          </a:p>
          <a:p>
            <a:pPr marL="244475" indent="-244475" algn="just" defTabSz="646113">
              <a:tabLst>
                <a:tab pos="161925" algn="l"/>
              </a:tabLst>
            </a:pPr>
            <a:endParaRPr lang="en-US" sz="1500" b="1" dirty="0">
              <a:solidFill>
                <a:schemeClr val="bg1"/>
              </a:solidFill>
            </a:endParaRPr>
          </a:p>
          <a:p>
            <a:pPr marL="244475" indent="-244475" algn="just" defTabSz="646113">
              <a:tabLst>
                <a:tab pos="161925" algn="l"/>
              </a:tabLst>
            </a:pPr>
            <a:endParaRPr lang="en-US" sz="1500" b="1" dirty="0">
              <a:solidFill>
                <a:schemeClr val="bg1"/>
              </a:solidFill>
            </a:endParaRPr>
          </a:p>
          <a:p>
            <a:pPr marL="244475" indent="-244475" algn="just" defTabSz="646113">
              <a:tabLst>
                <a:tab pos="161925" algn="l"/>
              </a:tabLst>
            </a:pPr>
            <a:endParaRPr lang="en-US" sz="1500" b="1" dirty="0">
              <a:solidFill>
                <a:schemeClr val="bg1"/>
              </a:solidFill>
            </a:endParaRPr>
          </a:p>
          <a:p>
            <a:pPr marL="244475" indent="-244475" algn="just" defTabSz="646113">
              <a:tabLst>
                <a:tab pos="161925" algn="l"/>
              </a:tabLst>
            </a:pPr>
            <a:endParaRPr lang="en-US" sz="1500" b="1" dirty="0">
              <a:solidFill>
                <a:schemeClr val="bg1"/>
              </a:solidFill>
            </a:endParaRPr>
          </a:p>
          <a:p>
            <a:pPr marL="244475" indent="-244475" algn="just" defTabSz="646113">
              <a:tabLst>
                <a:tab pos="161925" algn="l"/>
              </a:tabLst>
            </a:pP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25" name="Picture 24" descr="UoN_logo_square.gif">
            <a:extLst>
              <a:ext uri="{FF2B5EF4-FFF2-40B4-BE49-F238E27FC236}">
                <a16:creationId xmlns:a16="http://schemas.microsoft.com/office/drawing/2014/main" id="{1A5F1AD4-91A5-41E6-9BA9-10A106594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2245" y="1288370"/>
            <a:ext cx="2445921" cy="2445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FC7F1-F354-5360-13F6-6D9E86CFA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89" y="1254437"/>
            <a:ext cx="5591291" cy="1114231"/>
          </a:xfrm>
          <a:prstGeom prst="rect">
            <a:avLst/>
          </a:prstGeom>
        </p:spPr>
      </p:pic>
      <p:sp>
        <p:nvSpPr>
          <p:cNvPr id="3" name="Text Box 1885">
            <a:extLst>
              <a:ext uri="{FF2B5EF4-FFF2-40B4-BE49-F238E27FC236}">
                <a16:creationId xmlns:a16="http://schemas.microsoft.com/office/drawing/2014/main" id="{744FF90A-D961-CCFA-1E18-E9FE5404F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62" y="7614190"/>
            <a:ext cx="1567182" cy="43474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2400" dirty="0" err="1"/>
              <a:t>Xxxxxxx</a:t>
            </a:r>
            <a:endParaRPr lang="en-US" sz="2400" dirty="0"/>
          </a:p>
        </p:txBody>
      </p:sp>
      <p:sp>
        <p:nvSpPr>
          <p:cNvPr id="5" name="Text Box 1885">
            <a:extLst>
              <a:ext uri="{FF2B5EF4-FFF2-40B4-BE49-F238E27FC236}">
                <a16:creationId xmlns:a16="http://schemas.microsoft.com/office/drawing/2014/main" id="{4018427D-06BD-7645-697A-4F9C2EC0D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0069" y="7517657"/>
            <a:ext cx="1567182" cy="43474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2400" dirty="0" err="1"/>
              <a:t>Xxxxxxx</a:t>
            </a:r>
            <a:endParaRPr lang="en-US" sz="2400" dirty="0"/>
          </a:p>
        </p:txBody>
      </p:sp>
      <p:sp>
        <p:nvSpPr>
          <p:cNvPr id="7" name="Text Box 1885">
            <a:extLst>
              <a:ext uri="{FF2B5EF4-FFF2-40B4-BE49-F238E27FC236}">
                <a16:creationId xmlns:a16="http://schemas.microsoft.com/office/drawing/2014/main" id="{55D6E6B7-FF76-134B-2852-1F2020D1B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62" y="10365662"/>
            <a:ext cx="1567182" cy="43474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2400" dirty="0" err="1"/>
              <a:t>Xxxxxxx</a:t>
            </a:r>
            <a:endParaRPr lang="en-US" sz="2400" dirty="0"/>
          </a:p>
        </p:txBody>
      </p:sp>
      <p:sp>
        <p:nvSpPr>
          <p:cNvPr id="9" name="Text Box 1885">
            <a:extLst>
              <a:ext uri="{FF2B5EF4-FFF2-40B4-BE49-F238E27FC236}">
                <a16:creationId xmlns:a16="http://schemas.microsoft.com/office/drawing/2014/main" id="{0F86F759-DC61-0219-643D-2872F1C5B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8622" y="11966762"/>
            <a:ext cx="1567182" cy="43474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2400" dirty="0" err="1"/>
              <a:t>Xxxxxxx</a:t>
            </a:r>
            <a:endParaRPr lang="en-US" sz="2400" dirty="0"/>
          </a:p>
        </p:txBody>
      </p:sp>
      <p:sp>
        <p:nvSpPr>
          <p:cNvPr id="10" name="Text Box 1885">
            <a:extLst>
              <a:ext uri="{FF2B5EF4-FFF2-40B4-BE49-F238E27FC236}">
                <a16:creationId xmlns:a16="http://schemas.microsoft.com/office/drawing/2014/main" id="{59C80EB5-BE11-BDF9-9654-F63DDC96C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618" y="24718413"/>
            <a:ext cx="1567182" cy="43474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2400" dirty="0" err="1"/>
              <a:t>Xxxxxxx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2286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0875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2286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0875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94002b-02d6-4531-9daa-bef63ef3f0b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417F9A8C33C14D8A36D4A61F8EB128" ma:contentTypeVersion="9" ma:contentTypeDescription="Create a new document." ma:contentTypeScope="" ma:versionID="8a4e94426eba0396ff6eaee2af1cae2d">
  <xsd:schema xmlns:xsd="http://www.w3.org/2001/XMLSchema" xmlns:xs="http://www.w3.org/2001/XMLSchema" xmlns:p="http://schemas.microsoft.com/office/2006/metadata/properties" xmlns:ns2="d194002b-02d6-4531-9daa-bef63ef3f0b3" targetNamespace="http://schemas.microsoft.com/office/2006/metadata/properties" ma:root="true" ma:fieldsID="0e4ee98f68ed8058c0a763ada37456be" ns2:_="">
    <xsd:import namespace="d194002b-02d6-4531-9daa-bef63ef3f0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4002b-02d6-4531-9daa-bef63ef3f0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3a04c74-9726-4cbc-91a6-dffafaff58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BDFD75-9E4C-48F4-AA10-799984D78E1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85972BF-5595-4F02-9CD8-320C6A9DB9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A14FC-6E68-45D1-BCA8-C5A37709B560}"/>
</file>

<file path=docProps/app.xml><?xml version="1.0" encoding="utf-8"?>
<Properties xmlns="http://schemas.openxmlformats.org/officeDocument/2006/extended-properties" xmlns:vt="http://schemas.openxmlformats.org/officeDocument/2006/docPropsVTypes">
  <TotalTime>4418</TotalTime>
  <Words>76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Default Design</vt:lpstr>
      <vt:lpstr>PowerPoint Presentation</vt:lpstr>
    </vt:vector>
  </TitlesOfParts>
  <Company>Institute of 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leventy</dc:creator>
  <cp:lastModifiedBy>Adnan Anwar Malik</cp:lastModifiedBy>
  <cp:revision>294</cp:revision>
  <dcterms:created xsi:type="dcterms:W3CDTF">2004-09-17T01:10:23Z</dcterms:created>
  <dcterms:modified xsi:type="dcterms:W3CDTF">2025-10-02T08:28:46Z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0x010100C3417F9A8C33C14D8A36D4A61F8EB128</vt:lpwstr>
  </property>
</Properties>
</file>